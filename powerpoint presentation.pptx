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70" r:id="rId2"/>
    <p:sldId id="268" r:id="rId3"/>
    <p:sldId id="271" r:id="rId4"/>
    <p:sldId id="265" r:id="rId5"/>
    <p:sldId id="276" r:id="rId6"/>
    <p:sldId id="272" r:id="rId7"/>
    <p:sldId id="274" r:id="rId8"/>
    <p:sldId id="275" r:id="rId9"/>
    <p:sldId id="273" r:id="rId10"/>
    <p:sldId id="264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51"/>
    <a:srgbClr val="430FF4"/>
    <a:srgbClr val="B8A6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19692-34B0-4FAF-B739-BE4C3448E453}" v="311" dt="2024-01-03T16:38:36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92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ouk Atef" userId="5f8c81b1-25a0-4aad-b808-22a69cc100c2" providerId="ADAL" clId="{28BF4A8B-0E58-4D23-BB79-16A9B824CB73}"/>
    <pc:docChg chg="modSld">
      <pc:chgData name="Shrouk Atef" userId="5f8c81b1-25a0-4aad-b808-22a69cc100c2" providerId="ADAL" clId="{28BF4A8B-0E58-4D23-BB79-16A9B824CB73}" dt="2024-01-03T13:20:30.209" v="97" actId="20577"/>
      <pc:docMkLst>
        <pc:docMk/>
      </pc:docMkLst>
      <pc:sldChg chg="modSp mod">
        <pc:chgData name="Shrouk Atef" userId="5f8c81b1-25a0-4aad-b808-22a69cc100c2" providerId="ADAL" clId="{28BF4A8B-0E58-4D23-BB79-16A9B824CB73}" dt="2024-01-03T13:20:30.209" v="97" actId="20577"/>
        <pc:sldMkLst>
          <pc:docMk/>
          <pc:sldMk cId="3636799913" sldId="257"/>
        </pc:sldMkLst>
        <pc:spChg chg="mod">
          <ac:chgData name="Shrouk Atef" userId="5f8c81b1-25a0-4aad-b808-22a69cc100c2" providerId="ADAL" clId="{28BF4A8B-0E58-4D23-BB79-16A9B824CB73}" dt="2024-01-03T13:19:47.391" v="4" actId="20577"/>
          <ac:spMkLst>
            <pc:docMk/>
            <pc:sldMk cId="3636799913" sldId="257"/>
            <ac:spMk id="2" creationId="{4D521ACE-846A-4BAF-A2A4-C50729F158D4}"/>
          </ac:spMkLst>
        </pc:spChg>
        <pc:spChg chg="mod">
          <ac:chgData name="Shrouk Atef" userId="5f8c81b1-25a0-4aad-b808-22a69cc100c2" providerId="ADAL" clId="{28BF4A8B-0E58-4D23-BB79-16A9B824CB73}" dt="2024-01-03T13:20:30.209" v="97" actId="20577"/>
          <ac:spMkLst>
            <pc:docMk/>
            <pc:sldMk cId="3636799913" sldId="257"/>
            <ac:spMk id="7" creationId="{226C26CD-687B-C861-DEA2-8C87DE403772}"/>
          </ac:spMkLst>
        </pc:spChg>
      </pc:sldChg>
    </pc:docChg>
  </pc:docChgLst>
  <pc:docChgLst>
    <pc:chgData name="Shrouk Atef" userId="5f8c81b1-25a0-4aad-b808-22a69cc100c2" providerId="ADAL" clId="{EE8C4B17-C37B-4B89-A922-D9CC2FE295C4}"/>
    <pc:docChg chg="undo redo custSel addSld modSld">
      <pc:chgData name="Shrouk Atef" userId="5f8c81b1-25a0-4aad-b808-22a69cc100c2" providerId="ADAL" clId="{EE8C4B17-C37B-4B89-A922-D9CC2FE295C4}" dt="2023-11-21T09:32:11.614" v="316" actId="948"/>
      <pc:docMkLst>
        <pc:docMk/>
      </pc:docMkLst>
      <pc:sldChg chg="modSp mod">
        <pc:chgData name="Shrouk Atef" userId="5f8c81b1-25a0-4aad-b808-22a69cc100c2" providerId="ADAL" clId="{EE8C4B17-C37B-4B89-A922-D9CC2FE295C4}" dt="2023-11-18T18:13:24.429" v="7" actId="20577"/>
        <pc:sldMkLst>
          <pc:docMk/>
          <pc:sldMk cId="3636799913" sldId="257"/>
        </pc:sldMkLst>
        <pc:spChg chg="mod">
          <ac:chgData name="Shrouk Atef" userId="5f8c81b1-25a0-4aad-b808-22a69cc100c2" providerId="ADAL" clId="{EE8C4B17-C37B-4B89-A922-D9CC2FE295C4}" dt="2023-11-18T18:13:24.429" v="7" actId="20577"/>
          <ac:spMkLst>
            <pc:docMk/>
            <pc:sldMk cId="3636799913" sldId="257"/>
            <ac:spMk id="7" creationId="{226C26CD-687B-C861-DEA2-8C87DE403772}"/>
          </ac:spMkLst>
        </pc:spChg>
      </pc:sldChg>
      <pc:sldChg chg="modSp mod">
        <pc:chgData name="Shrouk Atef" userId="5f8c81b1-25a0-4aad-b808-22a69cc100c2" providerId="ADAL" clId="{EE8C4B17-C37B-4B89-A922-D9CC2FE295C4}" dt="2023-11-20T09:46:21.172" v="314" actId="20577"/>
        <pc:sldMkLst>
          <pc:docMk/>
          <pc:sldMk cId="2919952796" sldId="324"/>
        </pc:sldMkLst>
        <pc:spChg chg="mod">
          <ac:chgData name="Shrouk Atef" userId="5f8c81b1-25a0-4aad-b808-22a69cc100c2" providerId="ADAL" clId="{EE8C4B17-C37B-4B89-A922-D9CC2FE295C4}" dt="2023-11-20T09:46:21.172" v="314" actId="20577"/>
          <ac:spMkLst>
            <pc:docMk/>
            <pc:sldMk cId="2919952796" sldId="324"/>
            <ac:spMk id="14" creationId="{C6E083A3-FCB6-2D45-5B49-184226A738EC}"/>
          </ac:spMkLst>
        </pc:spChg>
      </pc:sldChg>
      <pc:sldChg chg="modSp mod">
        <pc:chgData name="Shrouk Atef" userId="5f8c81b1-25a0-4aad-b808-22a69cc100c2" providerId="ADAL" clId="{EE8C4B17-C37B-4B89-A922-D9CC2FE295C4}" dt="2023-11-19T12:51:55.044" v="17" actId="20577"/>
        <pc:sldMkLst>
          <pc:docMk/>
          <pc:sldMk cId="1540155048" sldId="336"/>
        </pc:sldMkLst>
        <pc:spChg chg="mod">
          <ac:chgData name="Shrouk Atef" userId="5f8c81b1-25a0-4aad-b808-22a69cc100c2" providerId="ADAL" clId="{EE8C4B17-C37B-4B89-A922-D9CC2FE295C4}" dt="2023-11-19T12:51:55.044" v="17" actId="20577"/>
          <ac:spMkLst>
            <pc:docMk/>
            <pc:sldMk cId="1540155048" sldId="336"/>
            <ac:spMk id="21" creationId="{06642489-B7DC-7466-42AC-4DD765B5938B}"/>
          </ac:spMkLst>
        </pc:spChg>
      </pc:sldChg>
      <pc:sldChg chg="modSp mod">
        <pc:chgData name="Shrouk Atef" userId="5f8c81b1-25a0-4aad-b808-22a69cc100c2" providerId="ADAL" clId="{EE8C4B17-C37B-4B89-A922-D9CC2FE295C4}" dt="2023-11-20T10:01:55.190" v="315" actId="20577"/>
        <pc:sldMkLst>
          <pc:docMk/>
          <pc:sldMk cId="3944833966" sldId="338"/>
        </pc:sldMkLst>
        <pc:spChg chg="mod">
          <ac:chgData name="Shrouk Atef" userId="5f8c81b1-25a0-4aad-b808-22a69cc100c2" providerId="ADAL" clId="{EE8C4B17-C37B-4B89-A922-D9CC2FE295C4}" dt="2023-11-20T09:06:34.340" v="209" actId="20577"/>
          <ac:spMkLst>
            <pc:docMk/>
            <pc:sldMk cId="3944833966" sldId="338"/>
            <ac:spMk id="2" creationId="{207B2A7E-33BC-42A2-9BBF-CD5D971DBA6A}"/>
          </ac:spMkLst>
        </pc:spChg>
        <pc:spChg chg="mod">
          <ac:chgData name="Shrouk Atef" userId="5f8c81b1-25a0-4aad-b808-22a69cc100c2" providerId="ADAL" clId="{EE8C4B17-C37B-4B89-A922-D9CC2FE295C4}" dt="2023-11-20T10:01:55.190" v="315" actId="20577"/>
          <ac:spMkLst>
            <pc:docMk/>
            <pc:sldMk cId="3944833966" sldId="338"/>
            <ac:spMk id="18" creationId="{04933F31-53F6-B7A7-BD59-11103BC94559}"/>
          </ac:spMkLst>
        </pc:spChg>
      </pc:sldChg>
      <pc:sldChg chg="modSp mod">
        <pc:chgData name="Shrouk Atef" userId="5f8c81b1-25a0-4aad-b808-22a69cc100c2" providerId="ADAL" clId="{EE8C4B17-C37B-4B89-A922-D9CC2FE295C4}" dt="2023-11-20T09:18:29.515" v="223" actId="20577"/>
        <pc:sldMkLst>
          <pc:docMk/>
          <pc:sldMk cId="664897950" sldId="339"/>
        </pc:sldMkLst>
        <pc:spChg chg="mod">
          <ac:chgData name="Shrouk Atef" userId="5f8c81b1-25a0-4aad-b808-22a69cc100c2" providerId="ADAL" clId="{EE8C4B17-C37B-4B89-A922-D9CC2FE295C4}" dt="2023-11-20T09:18:06.732" v="218" actId="20577"/>
          <ac:spMkLst>
            <pc:docMk/>
            <pc:sldMk cId="664897950" sldId="339"/>
            <ac:spMk id="4" creationId="{399B77B9-39A7-6C96-A5E2-5E3C9634D61E}"/>
          </ac:spMkLst>
        </pc:spChg>
        <pc:spChg chg="mod">
          <ac:chgData name="Shrouk Atef" userId="5f8c81b1-25a0-4aad-b808-22a69cc100c2" providerId="ADAL" clId="{EE8C4B17-C37B-4B89-A922-D9CC2FE295C4}" dt="2023-11-20T09:18:29.515" v="223" actId="20577"/>
          <ac:spMkLst>
            <pc:docMk/>
            <pc:sldMk cId="664897950" sldId="339"/>
            <ac:spMk id="16" creationId="{BC7BB09A-29C4-966C-1C0C-7081A36C68C2}"/>
          </ac:spMkLst>
        </pc:spChg>
      </pc:sldChg>
      <pc:sldChg chg="modSp mod">
        <pc:chgData name="Shrouk Atef" userId="5f8c81b1-25a0-4aad-b808-22a69cc100c2" providerId="ADAL" clId="{EE8C4B17-C37B-4B89-A922-D9CC2FE295C4}" dt="2023-11-21T09:32:11.614" v="316" actId="948"/>
        <pc:sldMkLst>
          <pc:docMk/>
          <pc:sldMk cId="4221890657" sldId="340"/>
        </pc:sldMkLst>
        <pc:spChg chg="mod">
          <ac:chgData name="Shrouk Atef" userId="5f8c81b1-25a0-4aad-b808-22a69cc100c2" providerId="ADAL" clId="{EE8C4B17-C37B-4B89-A922-D9CC2FE295C4}" dt="2023-11-21T09:32:11.614" v="316" actId="948"/>
          <ac:spMkLst>
            <pc:docMk/>
            <pc:sldMk cId="4221890657" sldId="340"/>
            <ac:spMk id="17" creationId="{12573161-7186-0993-5239-456F856AF813}"/>
          </ac:spMkLst>
        </pc:spChg>
      </pc:sldChg>
      <pc:sldChg chg="modSp mod">
        <pc:chgData name="Shrouk Atef" userId="5f8c81b1-25a0-4aad-b808-22a69cc100c2" providerId="ADAL" clId="{EE8C4B17-C37B-4B89-A922-D9CC2FE295C4}" dt="2023-11-19T13:07:52.410" v="68" actId="20577"/>
        <pc:sldMkLst>
          <pc:docMk/>
          <pc:sldMk cId="3976636785" sldId="341"/>
        </pc:sldMkLst>
        <pc:spChg chg="mod">
          <ac:chgData name="Shrouk Atef" userId="5f8c81b1-25a0-4aad-b808-22a69cc100c2" providerId="ADAL" clId="{EE8C4B17-C37B-4B89-A922-D9CC2FE295C4}" dt="2023-11-19T13:07:52.410" v="68" actId="20577"/>
          <ac:spMkLst>
            <pc:docMk/>
            <pc:sldMk cId="3976636785" sldId="341"/>
            <ac:spMk id="4" creationId="{EC338A98-879F-079B-EBFA-D73958656A05}"/>
          </ac:spMkLst>
        </pc:spChg>
        <pc:spChg chg="mod">
          <ac:chgData name="Shrouk Atef" userId="5f8c81b1-25a0-4aad-b808-22a69cc100c2" providerId="ADAL" clId="{EE8C4B17-C37B-4B89-A922-D9CC2FE295C4}" dt="2023-11-19T13:07:32.742" v="47" actId="20577"/>
          <ac:spMkLst>
            <pc:docMk/>
            <pc:sldMk cId="3976636785" sldId="341"/>
            <ac:spMk id="15" creationId="{13271D80-F62C-63CB-A080-84269C1BC0B3}"/>
          </ac:spMkLst>
        </pc:spChg>
      </pc:sldChg>
      <pc:sldChg chg="modSp mod">
        <pc:chgData name="Shrouk Atef" userId="5f8c81b1-25a0-4aad-b808-22a69cc100c2" providerId="ADAL" clId="{EE8C4B17-C37B-4B89-A922-D9CC2FE295C4}" dt="2023-11-20T09:20:39.544" v="258" actId="20577"/>
        <pc:sldMkLst>
          <pc:docMk/>
          <pc:sldMk cId="1644381085" sldId="342"/>
        </pc:sldMkLst>
        <pc:spChg chg="mod">
          <ac:chgData name="Shrouk Atef" userId="5f8c81b1-25a0-4aad-b808-22a69cc100c2" providerId="ADAL" clId="{EE8C4B17-C37B-4B89-A922-D9CC2FE295C4}" dt="2023-11-20T09:20:39.544" v="258" actId="20577"/>
          <ac:spMkLst>
            <pc:docMk/>
            <pc:sldMk cId="1644381085" sldId="342"/>
            <ac:spMk id="4" creationId="{EC338A98-879F-079B-EBFA-D73958656A05}"/>
          </ac:spMkLst>
        </pc:spChg>
      </pc:sldChg>
      <pc:sldChg chg="modSp mod">
        <pc:chgData name="Shrouk Atef" userId="5f8c81b1-25a0-4aad-b808-22a69cc100c2" providerId="ADAL" clId="{EE8C4B17-C37B-4B89-A922-D9CC2FE295C4}" dt="2023-11-20T09:27:32.723" v="287" actId="20577"/>
        <pc:sldMkLst>
          <pc:docMk/>
          <pc:sldMk cId="3657566383" sldId="343"/>
        </pc:sldMkLst>
        <pc:spChg chg="mod">
          <ac:chgData name="Shrouk Atef" userId="5f8c81b1-25a0-4aad-b808-22a69cc100c2" providerId="ADAL" clId="{EE8C4B17-C37B-4B89-A922-D9CC2FE295C4}" dt="2023-11-20T09:27:32.723" v="287" actId="20577"/>
          <ac:spMkLst>
            <pc:docMk/>
            <pc:sldMk cId="3657566383" sldId="343"/>
            <ac:spMk id="4" creationId="{EC338A98-879F-079B-EBFA-D73958656A05}"/>
          </ac:spMkLst>
        </pc:spChg>
      </pc:sldChg>
      <pc:sldChg chg="addSp delSp modSp add mod">
        <pc:chgData name="Shrouk Atef" userId="5f8c81b1-25a0-4aad-b808-22a69cc100c2" providerId="ADAL" clId="{EE8C4B17-C37B-4B89-A922-D9CC2FE295C4}" dt="2023-11-19T10:08:09.892" v="12" actId="732"/>
        <pc:sldMkLst>
          <pc:docMk/>
          <pc:sldMk cId="1641434906" sldId="344"/>
        </pc:sldMkLst>
        <pc:graphicFrameChg chg="del">
          <ac:chgData name="Shrouk Atef" userId="5f8c81b1-25a0-4aad-b808-22a69cc100c2" providerId="ADAL" clId="{EE8C4B17-C37B-4B89-A922-D9CC2FE295C4}" dt="2023-11-19T10:08:01.109" v="9" actId="478"/>
          <ac:graphicFrameMkLst>
            <pc:docMk/>
            <pc:sldMk cId="1641434906" sldId="344"/>
            <ac:graphicFrameMk id="4" creationId="{E8E2C1FE-F522-EAE0-C6DA-4766086057DE}"/>
          </ac:graphicFrameMkLst>
        </pc:graphicFrameChg>
        <pc:picChg chg="add mod modCrop">
          <ac:chgData name="Shrouk Atef" userId="5f8c81b1-25a0-4aad-b808-22a69cc100c2" providerId="ADAL" clId="{EE8C4B17-C37B-4B89-A922-D9CC2FE295C4}" dt="2023-11-19T10:08:09.892" v="12" actId="732"/>
          <ac:picMkLst>
            <pc:docMk/>
            <pc:sldMk cId="1641434906" sldId="344"/>
            <ac:picMk id="3" creationId="{C714722D-75A8-01F3-72E5-8D7F25F83BC5}"/>
          </ac:picMkLst>
        </pc:picChg>
      </pc:sldChg>
    </pc:docChg>
  </pc:docChgLst>
  <pc:docChgLst>
    <pc:chgData name="Shrouk Atef" userId="5f8c81b1-25a0-4aad-b808-22a69cc100c2" providerId="ADAL" clId="{50319692-34B0-4FAF-B739-BE4C3448E453}"/>
    <pc:docChg chg="undo custSel addSld delSld modSld sldOrd">
      <pc:chgData name="Shrouk Atef" userId="5f8c81b1-25a0-4aad-b808-22a69cc100c2" providerId="ADAL" clId="{50319692-34B0-4FAF-B739-BE4C3448E453}" dt="2024-01-03T16:38:36.584" v="624" actId="20577"/>
      <pc:docMkLst>
        <pc:docMk/>
      </pc:docMkLst>
      <pc:sldChg chg="modSp mod">
        <pc:chgData name="Shrouk Atef" userId="5f8c81b1-25a0-4aad-b808-22a69cc100c2" providerId="ADAL" clId="{50319692-34B0-4FAF-B739-BE4C3448E453}" dt="2024-01-03T14:58:09.359" v="39" actId="20577"/>
        <pc:sldMkLst>
          <pc:docMk/>
          <pc:sldMk cId="3636799913" sldId="257"/>
        </pc:sldMkLst>
        <pc:spChg chg="mod">
          <ac:chgData name="Shrouk Atef" userId="5f8c81b1-25a0-4aad-b808-22a69cc100c2" providerId="ADAL" clId="{50319692-34B0-4FAF-B739-BE4C3448E453}" dt="2024-01-03T14:58:09.359" v="39" actId="20577"/>
          <ac:spMkLst>
            <pc:docMk/>
            <pc:sldMk cId="3636799913" sldId="257"/>
            <ac:spMk id="2" creationId="{4D521ACE-846A-4BAF-A2A4-C50729F158D4}"/>
          </ac:spMkLst>
        </pc:spChg>
      </pc:sldChg>
      <pc:sldChg chg="addSp modSp new mod modAnim">
        <pc:chgData name="Shrouk Atef" userId="5f8c81b1-25a0-4aad-b808-22a69cc100c2" providerId="ADAL" clId="{50319692-34B0-4FAF-B739-BE4C3448E453}" dt="2024-01-03T15:06:08.579" v="131" actId="1076"/>
        <pc:sldMkLst>
          <pc:docMk/>
          <pc:sldMk cId="3233801859" sldId="260"/>
        </pc:sldMkLst>
        <pc:spChg chg="mod">
          <ac:chgData name="Shrouk Atef" userId="5f8c81b1-25a0-4aad-b808-22a69cc100c2" providerId="ADAL" clId="{50319692-34B0-4FAF-B739-BE4C3448E453}" dt="2024-01-03T15:03:48.709" v="113" actId="20577"/>
          <ac:spMkLst>
            <pc:docMk/>
            <pc:sldMk cId="3233801859" sldId="260"/>
            <ac:spMk id="2" creationId="{EEE1EC0D-E973-7A6E-D5B4-CECF30F4D377}"/>
          </ac:spMkLst>
        </pc:spChg>
        <pc:spChg chg="mod">
          <ac:chgData name="Shrouk Atef" userId="5f8c81b1-25a0-4aad-b808-22a69cc100c2" providerId="ADAL" clId="{50319692-34B0-4FAF-B739-BE4C3448E453}" dt="2024-01-03T15:03:52.575" v="116" actId="20577"/>
          <ac:spMkLst>
            <pc:docMk/>
            <pc:sldMk cId="3233801859" sldId="260"/>
            <ac:spMk id="3" creationId="{EAA386DF-82D7-2404-D3C8-0907B8B1832E}"/>
          </ac:spMkLst>
        </pc:spChg>
        <pc:spChg chg="add mod">
          <ac:chgData name="Shrouk Atef" userId="5f8c81b1-25a0-4aad-b808-22a69cc100c2" providerId="ADAL" clId="{50319692-34B0-4FAF-B739-BE4C3448E453}" dt="2024-01-03T15:06:08.579" v="131" actId="1076"/>
          <ac:spMkLst>
            <pc:docMk/>
            <pc:sldMk cId="3233801859" sldId="260"/>
            <ac:spMk id="5" creationId="{FA75251E-294F-89A3-7C91-9C325D2E4D9D}"/>
          </ac:spMkLst>
        </pc:spChg>
      </pc:sldChg>
      <pc:sldChg chg="add ord">
        <pc:chgData name="Shrouk Atef" userId="5f8c81b1-25a0-4aad-b808-22a69cc100c2" providerId="ADAL" clId="{50319692-34B0-4FAF-B739-BE4C3448E453}" dt="2024-01-03T15:40:42.319" v="416"/>
        <pc:sldMkLst>
          <pc:docMk/>
          <pc:sldMk cId="1972082397" sldId="261"/>
        </pc:sldMkLst>
      </pc:sldChg>
      <pc:sldChg chg="addSp modSp add mod modAnim">
        <pc:chgData name="Shrouk Atef" userId="5f8c81b1-25a0-4aad-b808-22a69cc100c2" providerId="ADAL" clId="{50319692-34B0-4FAF-B739-BE4C3448E453}" dt="2024-01-03T15:08:54.693" v="213" actId="1076"/>
        <pc:sldMkLst>
          <pc:docMk/>
          <pc:sldMk cId="1583753368" sldId="262"/>
        </pc:sldMkLst>
        <pc:spChg chg="mod">
          <ac:chgData name="Shrouk Atef" userId="5f8c81b1-25a0-4aad-b808-22a69cc100c2" providerId="ADAL" clId="{50319692-34B0-4FAF-B739-BE4C3448E453}" dt="2024-01-03T15:06:42.809" v="164" actId="20577"/>
          <ac:spMkLst>
            <pc:docMk/>
            <pc:sldMk cId="1583753368" sldId="262"/>
            <ac:spMk id="2" creationId="{EEE1EC0D-E973-7A6E-D5B4-CECF30F4D377}"/>
          </ac:spMkLst>
        </pc:spChg>
        <pc:spChg chg="mod">
          <ac:chgData name="Shrouk Atef" userId="5f8c81b1-25a0-4aad-b808-22a69cc100c2" providerId="ADAL" clId="{50319692-34B0-4FAF-B739-BE4C3448E453}" dt="2024-01-03T15:08:08.934" v="203" actId="20577"/>
          <ac:spMkLst>
            <pc:docMk/>
            <pc:sldMk cId="1583753368" sldId="262"/>
            <ac:spMk id="3" creationId="{EAA386DF-82D7-2404-D3C8-0907B8B1832E}"/>
          </ac:spMkLst>
        </pc:spChg>
        <pc:spChg chg="mod">
          <ac:chgData name="Shrouk Atef" userId="5f8c81b1-25a0-4aad-b808-22a69cc100c2" providerId="ADAL" clId="{50319692-34B0-4FAF-B739-BE4C3448E453}" dt="2024-01-03T15:08:22.531" v="205" actId="1076"/>
          <ac:spMkLst>
            <pc:docMk/>
            <pc:sldMk cId="1583753368" sldId="262"/>
            <ac:spMk id="5" creationId="{FA75251E-294F-89A3-7C91-9C325D2E4D9D}"/>
          </ac:spMkLst>
        </pc:spChg>
        <pc:spChg chg="add mod">
          <ac:chgData name="Shrouk Atef" userId="5f8c81b1-25a0-4aad-b808-22a69cc100c2" providerId="ADAL" clId="{50319692-34B0-4FAF-B739-BE4C3448E453}" dt="2024-01-03T15:08:54.693" v="213" actId="1076"/>
          <ac:spMkLst>
            <pc:docMk/>
            <pc:sldMk cId="1583753368" sldId="262"/>
            <ac:spMk id="6" creationId="{B96583E8-E93B-F393-0254-0798CBF74AD0}"/>
          </ac:spMkLst>
        </pc:spChg>
        <pc:spChg chg="add mod">
          <ac:chgData name="Shrouk Atef" userId="5f8c81b1-25a0-4aad-b808-22a69cc100c2" providerId="ADAL" clId="{50319692-34B0-4FAF-B739-BE4C3448E453}" dt="2024-01-03T15:08:27.712" v="206" actId="1076"/>
          <ac:spMkLst>
            <pc:docMk/>
            <pc:sldMk cId="1583753368" sldId="262"/>
            <ac:spMk id="7" creationId="{8BFF2850-EE24-305E-D872-EED1972C8F12}"/>
          </ac:spMkLst>
        </pc:spChg>
      </pc:sldChg>
      <pc:sldChg chg="modSp new del mod">
        <pc:chgData name="Shrouk Atef" userId="5f8c81b1-25a0-4aad-b808-22a69cc100c2" providerId="ADAL" clId="{50319692-34B0-4FAF-B739-BE4C3448E453}" dt="2024-01-03T15:29:07.708" v="228" actId="47"/>
        <pc:sldMkLst>
          <pc:docMk/>
          <pc:sldMk cId="3280220204" sldId="263"/>
        </pc:sldMkLst>
        <pc:spChg chg="mod">
          <ac:chgData name="Shrouk Atef" userId="5f8c81b1-25a0-4aad-b808-22a69cc100c2" providerId="ADAL" clId="{50319692-34B0-4FAF-B739-BE4C3448E453}" dt="2024-01-03T15:29:03.686" v="226" actId="20577"/>
          <ac:spMkLst>
            <pc:docMk/>
            <pc:sldMk cId="3280220204" sldId="263"/>
            <ac:spMk id="2" creationId="{2E28CC98-A9C7-C68C-0102-C71E37F13A92}"/>
          </ac:spMkLst>
        </pc:spChg>
      </pc:sldChg>
      <pc:sldChg chg="addSp delSp modSp add mod delAnim">
        <pc:chgData name="Shrouk Atef" userId="5f8c81b1-25a0-4aad-b808-22a69cc100c2" providerId="ADAL" clId="{50319692-34B0-4FAF-B739-BE4C3448E453}" dt="2024-01-03T15:40:27.221" v="411" actId="20577"/>
        <pc:sldMkLst>
          <pc:docMk/>
          <pc:sldMk cId="3476732960" sldId="264"/>
        </pc:sldMkLst>
        <pc:spChg chg="mod">
          <ac:chgData name="Shrouk Atef" userId="5f8c81b1-25a0-4aad-b808-22a69cc100c2" providerId="ADAL" clId="{50319692-34B0-4FAF-B739-BE4C3448E453}" dt="2024-01-03T15:40:27.221" v="411" actId="20577"/>
          <ac:spMkLst>
            <pc:docMk/>
            <pc:sldMk cId="3476732960" sldId="264"/>
            <ac:spMk id="2" creationId="{EEE1EC0D-E973-7A6E-D5B4-CECF30F4D377}"/>
          </ac:spMkLst>
        </pc:spChg>
        <pc:spChg chg="del mod">
          <ac:chgData name="Shrouk Atef" userId="5f8c81b1-25a0-4aad-b808-22a69cc100c2" providerId="ADAL" clId="{50319692-34B0-4FAF-B739-BE4C3448E453}" dt="2024-01-03T15:29:57.459" v="244" actId="478"/>
          <ac:spMkLst>
            <pc:docMk/>
            <pc:sldMk cId="3476732960" sldId="264"/>
            <ac:spMk id="3" creationId="{EAA386DF-82D7-2404-D3C8-0907B8B1832E}"/>
          </ac:spMkLst>
        </pc:spChg>
        <pc:spChg chg="del">
          <ac:chgData name="Shrouk Atef" userId="5f8c81b1-25a0-4aad-b808-22a69cc100c2" providerId="ADAL" clId="{50319692-34B0-4FAF-B739-BE4C3448E453}" dt="2024-01-03T15:29:10.534" v="229" actId="478"/>
          <ac:spMkLst>
            <pc:docMk/>
            <pc:sldMk cId="3476732960" sldId="264"/>
            <ac:spMk id="5" creationId="{FA75251E-294F-89A3-7C91-9C325D2E4D9D}"/>
          </ac:spMkLst>
        </pc:spChg>
        <pc:spChg chg="add del mod">
          <ac:chgData name="Shrouk Atef" userId="5f8c81b1-25a0-4aad-b808-22a69cc100c2" providerId="ADAL" clId="{50319692-34B0-4FAF-B739-BE4C3448E453}" dt="2024-01-03T15:30:10.437" v="248" actId="478"/>
          <ac:spMkLst>
            <pc:docMk/>
            <pc:sldMk cId="3476732960" sldId="264"/>
            <ac:spMk id="6" creationId="{DEF329FA-5C75-2A71-993F-93C30FE08587}"/>
          </ac:spMkLst>
        </pc:spChg>
        <pc:picChg chg="add mod modCrop">
          <ac:chgData name="Shrouk Atef" userId="5f8c81b1-25a0-4aad-b808-22a69cc100c2" providerId="ADAL" clId="{50319692-34B0-4FAF-B739-BE4C3448E453}" dt="2024-01-03T15:30:17.260" v="251" actId="1076"/>
          <ac:picMkLst>
            <pc:docMk/>
            <pc:sldMk cId="3476732960" sldId="264"/>
            <ac:picMk id="8" creationId="{88ADFF53-3987-09EC-F9CD-C05404BBBB9A}"/>
          </ac:picMkLst>
        </pc:picChg>
      </pc:sldChg>
      <pc:sldChg chg="addSp delSp modSp add mod">
        <pc:chgData name="Shrouk Atef" userId="5f8c81b1-25a0-4aad-b808-22a69cc100c2" providerId="ADAL" clId="{50319692-34B0-4FAF-B739-BE4C3448E453}" dt="2024-01-03T15:40:32.140" v="414" actId="20577"/>
        <pc:sldMkLst>
          <pc:docMk/>
          <pc:sldMk cId="1292188927" sldId="265"/>
        </pc:sldMkLst>
        <pc:spChg chg="del mod">
          <ac:chgData name="Shrouk Atef" userId="5f8c81b1-25a0-4aad-b808-22a69cc100c2" providerId="ADAL" clId="{50319692-34B0-4FAF-B739-BE4C3448E453}" dt="2024-01-03T15:33:23.035" v="316" actId="478"/>
          <ac:spMkLst>
            <pc:docMk/>
            <pc:sldMk cId="1292188927" sldId="265"/>
            <ac:spMk id="2" creationId="{EEE1EC0D-E973-7A6E-D5B4-CECF30F4D377}"/>
          </ac:spMkLst>
        </pc:spChg>
        <pc:spChg chg="add mod">
          <ac:chgData name="Shrouk Atef" userId="5f8c81b1-25a0-4aad-b808-22a69cc100c2" providerId="ADAL" clId="{50319692-34B0-4FAF-B739-BE4C3448E453}" dt="2024-01-03T15:32:39.472" v="304" actId="20577"/>
          <ac:spMkLst>
            <pc:docMk/>
            <pc:sldMk cId="1292188927" sldId="265"/>
            <ac:spMk id="9" creationId="{370455B8-7452-761B-4580-29E91B63E664}"/>
          </ac:spMkLst>
        </pc:spChg>
        <pc:spChg chg="add del mod">
          <ac:chgData name="Shrouk Atef" userId="5f8c81b1-25a0-4aad-b808-22a69cc100c2" providerId="ADAL" clId="{50319692-34B0-4FAF-B739-BE4C3448E453}" dt="2024-01-03T15:33:25.343" v="318" actId="478"/>
          <ac:spMkLst>
            <pc:docMk/>
            <pc:sldMk cId="1292188927" sldId="265"/>
            <ac:spMk id="11" creationId="{6E4F56C1-60A8-393F-862A-F515FB121D8B}"/>
          </ac:spMkLst>
        </pc:spChg>
        <pc:spChg chg="add mod">
          <ac:chgData name="Shrouk Atef" userId="5f8c81b1-25a0-4aad-b808-22a69cc100c2" providerId="ADAL" clId="{50319692-34B0-4FAF-B739-BE4C3448E453}" dt="2024-01-03T15:40:32.140" v="414" actId="20577"/>
          <ac:spMkLst>
            <pc:docMk/>
            <pc:sldMk cId="1292188927" sldId="265"/>
            <ac:spMk id="12" creationId="{2EB4F45C-B041-83D4-918F-36DFCE468BC8}"/>
          </ac:spMkLst>
        </pc:spChg>
        <pc:picChg chg="add mod modCrop">
          <ac:chgData name="Shrouk Atef" userId="5f8c81b1-25a0-4aad-b808-22a69cc100c2" providerId="ADAL" clId="{50319692-34B0-4FAF-B739-BE4C3448E453}" dt="2024-01-03T15:31:55.142" v="268" actId="1076"/>
          <ac:picMkLst>
            <pc:docMk/>
            <pc:sldMk cId="1292188927" sldId="265"/>
            <ac:picMk id="4" creationId="{E66356D6-EA46-CAFA-4D84-51A1FBEE8320}"/>
          </ac:picMkLst>
        </pc:picChg>
        <pc:picChg chg="del">
          <ac:chgData name="Shrouk Atef" userId="5f8c81b1-25a0-4aad-b808-22a69cc100c2" providerId="ADAL" clId="{50319692-34B0-4FAF-B739-BE4C3448E453}" dt="2024-01-03T15:31:39.582" v="263" actId="478"/>
          <ac:picMkLst>
            <pc:docMk/>
            <pc:sldMk cId="1292188927" sldId="265"/>
            <ac:picMk id="8" creationId="{88ADFF53-3987-09EC-F9CD-C05404BBBB9A}"/>
          </ac:picMkLst>
        </pc:picChg>
        <pc:cxnChg chg="add mod">
          <ac:chgData name="Shrouk Atef" userId="5f8c81b1-25a0-4aad-b808-22a69cc100c2" providerId="ADAL" clId="{50319692-34B0-4FAF-B739-BE4C3448E453}" dt="2024-01-03T15:32:10.445" v="271" actId="14100"/>
          <ac:cxnSpMkLst>
            <pc:docMk/>
            <pc:sldMk cId="1292188927" sldId="265"/>
            <ac:cxnSpMk id="6" creationId="{BFDBA7EA-930C-1EC5-FC02-A2F9D52F5C75}"/>
          </ac:cxnSpMkLst>
        </pc:cxnChg>
      </pc:sldChg>
      <pc:sldChg chg="addSp delSp modSp add mod ord modAnim">
        <pc:chgData name="Shrouk Atef" userId="5f8c81b1-25a0-4aad-b808-22a69cc100c2" providerId="ADAL" clId="{50319692-34B0-4FAF-B739-BE4C3448E453}" dt="2024-01-03T16:38:05.393" v="615" actId="1076"/>
        <pc:sldMkLst>
          <pc:docMk/>
          <pc:sldMk cId="1323343062" sldId="266"/>
        </pc:sldMkLst>
        <pc:spChg chg="mod">
          <ac:chgData name="Shrouk Atef" userId="5f8c81b1-25a0-4aad-b808-22a69cc100c2" providerId="ADAL" clId="{50319692-34B0-4FAF-B739-BE4C3448E453}" dt="2024-01-03T16:38:05.393" v="615" actId="1076"/>
          <ac:spMkLst>
            <pc:docMk/>
            <pc:sldMk cId="1323343062" sldId="266"/>
            <ac:spMk id="2" creationId="{EEE1EC0D-E973-7A6E-D5B4-CECF30F4D377}"/>
          </ac:spMkLst>
        </pc:spChg>
        <pc:spChg chg="add mod">
          <ac:chgData name="Shrouk Atef" userId="5f8c81b1-25a0-4aad-b808-22a69cc100c2" providerId="ADAL" clId="{50319692-34B0-4FAF-B739-BE4C3448E453}" dt="2024-01-03T16:38:01.860" v="614" actId="1076"/>
          <ac:spMkLst>
            <pc:docMk/>
            <pc:sldMk cId="1323343062" sldId="266"/>
            <ac:spMk id="3" creationId="{EBB5EB25-FB26-5409-ADCB-EA652E71E7BB}"/>
          </ac:spMkLst>
        </pc:spChg>
        <pc:picChg chg="del">
          <ac:chgData name="Shrouk Atef" userId="5f8c81b1-25a0-4aad-b808-22a69cc100c2" providerId="ADAL" clId="{50319692-34B0-4FAF-B739-BE4C3448E453}" dt="2024-01-03T15:38:49.576" v="330" actId="478"/>
          <ac:picMkLst>
            <pc:docMk/>
            <pc:sldMk cId="1323343062" sldId="266"/>
            <ac:picMk id="8" creationId="{88ADFF53-3987-09EC-F9CD-C05404BBBB9A}"/>
          </ac:picMkLst>
        </pc:picChg>
      </pc:sldChg>
      <pc:sldChg chg="modSp add mod modAnim">
        <pc:chgData name="Shrouk Atef" userId="5f8c81b1-25a0-4aad-b808-22a69cc100c2" providerId="ADAL" clId="{50319692-34B0-4FAF-B739-BE4C3448E453}" dt="2024-01-03T16:38:36.584" v="624" actId="20577"/>
        <pc:sldMkLst>
          <pc:docMk/>
          <pc:sldMk cId="3614507549" sldId="267"/>
        </pc:sldMkLst>
        <pc:spChg chg="mod">
          <ac:chgData name="Shrouk Atef" userId="5f8c81b1-25a0-4aad-b808-22a69cc100c2" providerId="ADAL" clId="{50319692-34B0-4FAF-B739-BE4C3448E453}" dt="2024-01-03T16:38:12.659" v="617" actId="1076"/>
          <ac:spMkLst>
            <pc:docMk/>
            <pc:sldMk cId="3614507549" sldId="267"/>
            <ac:spMk id="2" creationId="{EEE1EC0D-E973-7A6E-D5B4-CECF30F4D377}"/>
          </ac:spMkLst>
        </pc:spChg>
        <pc:spChg chg="mod">
          <ac:chgData name="Shrouk Atef" userId="5f8c81b1-25a0-4aad-b808-22a69cc100c2" providerId="ADAL" clId="{50319692-34B0-4FAF-B739-BE4C3448E453}" dt="2024-01-03T16:38:36.584" v="624" actId="20577"/>
          <ac:spMkLst>
            <pc:docMk/>
            <pc:sldMk cId="3614507549" sldId="267"/>
            <ac:spMk id="3" creationId="{EBB5EB25-FB26-5409-ADCB-EA652E71E7BB}"/>
          </ac:spMkLst>
        </pc:spChg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2919952796" sldId="324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1540155048" sldId="336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3841375377" sldId="337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3944833966" sldId="338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664897950" sldId="339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4221890657" sldId="340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3976636785" sldId="341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1644381085" sldId="342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3657566383" sldId="343"/>
        </pc:sldMkLst>
      </pc:sldChg>
      <pc:sldChg chg="del">
        <pc:chgData name="Shrouk Atef" userId="5f8c81b1-25a0-4aad-b808-22a69cc100c2" providerId="ADAL" clId="{50319692-34B0-4FAF-B739-BE4C3448E453}" dt="2024-01-03T14:57:45.392" v="26" actId="47"/>
        <pc:sldMkLst>
          <pc:docMk/>
          <pc:sldMk cId="1641434906" sldId="34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302EFC-858B-418A-BD54-0804CB7B4E9A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96FA1D9-085F-426B-A0C7-303DB6696649}">
      <dgm:prSet/>
      <dgm:spPr/>
      <dgm:t>
        <a:bodyPr/>
        <a:lstStyle/>
        <a:p>
          <a:r>
            <a:rPr lang="en-US" b="1"/>
            <a:t>Time Complexity</a:t>
          </a:r>
          <a:endParaRPr lang="en-US"/>
        </a:p>
      </dgm:t>
    </dgm:pt>
    <dgm:pt modelId="{F7E1E0D0-EC12-4A8B-A859-227F0210D6B7}" type="parTrans" cxnId="{2223F711-B885-4E67-8545-D1981124952A}">
      <dgm:prSet/>
      <dgm:spPr/>
      <dgm:t>
        <a:bodyPr/>
        <a:lstStyle/>
        <a:p>
          <a:endParaRPr lang="en-US"/>
        </a:p>
      </dgm:t>
    </dgm:pt>
    <dgm:pt modelId="{F77CA216-85DD-4A30-A04E-4478A98AA136}" type="sibTrans" cxnId="{2223F711-B885-4E67-8545-D1981124952A}">
      <dgm:prSet/>
      <dgm:spPr/>
      <dgm:t>
        <a:bodyPr/>
        <a:lstStyle/>
        <a:p>
          <a:endParaRPr lang="en-US"/>
        </a:p>
      </dgm:t>
    </dgm:pt>
    <dgm:pt modelId="{B2145272-4B28-4476-9984-7C4B16BA28D2}">
      <dgm:prSet/>
      <dgm:spPr/>
      <dgm:t>
        <a:bodyPr/>
        <a:lstStyle/>
        <a:p>
          <a:r>
            <a:rPr lang="en-US" b="1" i="0"/>
            <a:t>Encoding</a:t>
          </a:r>
          <a:r>
            <a:rPr lang="en-US" b="0" i="0"/>
            <a:t>: </a:t>
          </a:r>
          <a:r>
            <a:rPr lang="en-US" b="1" i="0"/>
            <a:t>O(n)</a:t>
          </a:r>
          <a:r>
            <a:rPr lang="en-US" b="0" i="0"/>
            <a:t> — where *n* is the message length in bits.</a:t>
          </a:r>
          <a:endParaRPr lang="en-US"/>
        </a:p>
      </dgm:t>
    </dgm:pt>
    <dgm:pt modelId="{895E01E4-3582-4E7E-B86F-9C01187B0EB0}" type="parTrans" cxnId="{2EB7D75E-20D2-4FEB-95C8-50F010188DCB}">
      <dgm:prSet/>
      <dgm:spPr/>
      <dgm:t>
        <a:bodyPr/>
        <a:lstStyle/>
        <a:p>
          <a:endParaRPr lang="en-US"/>
        </a:p>
      </dgm:t>
    </dgm:pt>
    <dgm:pt modelId="{D00731B6-E11F-4E99-88C9-2FED4C439FF8}" type="sibTrans" cxnId="{2EB7D75E-20D2-4FEB-95C8-50F010188DCB}">
      <dgm:prSet/>
      <dgm:spPr/>
      <dgm:t>
        <a:bodyPr/>
        <a:lstStyle/>
        <a:p>
          <a:endParaRPr lang="en-US"/>
        </a:p>
      </dgm:t>
    </dgm:pt>
    <dgm:pt modelId="{D93280C6-360E-460C-81C7-3CFA5717FB01}">
      <dgm:prSet/>
      <dgm:spPr/>
      <dgm:t>
        <a:bodyPr/>
        <a:lstStyle/>
        <a:p>
          <a:r>
            <a:rPr lang="en-US" b="1" i="0"/>
            <a:t>Decoding</a:t>
          </a:r>
          <a:r>
            <a:rPr lang="en-US" b="0" i="0"/>
            <a:t>: </a:t>
          </a:r>
          <a:r>
            <a:rPr lang="en-US" b="1" i="0"/>
            <a:t>O(m)</a:t>
          </a:r>
          <a:r>
            <a:rPr lang="en-US" b="0" i="0"/>
            <a:t> — where *m* is the number of bytes processed until delimiter.</a:t>
          </a:r>
          <a:endParaRPr lang="en-US"/>
        </a:p>
      </dgm:t>
    </dgm:pt>
    <dgm:pt modelId="{CAB4B6EC-0E99-4529-93EE-C3B65280E8A4}" type="parTrans" cxnId="{40ADCCA3-5B4D-4098-82B5-04A655BB3269}">
      <dgm:prSet/>
      <dgm:spPr/>
      <dgm:t>
        <a:bodyPr/>
        <a:lstStyle/>
        <a:p>
          <a:endParaRPr lang="en-US"/>
        </a:p>
      </dgm:t>
    </dgm:pt>
    <dgm:pt modelId="{D6C6DCDD-3727-4795-862D-1F122FF75DD5}" type="sibTrans" cxnId="{40ADCCA3-5B4D-4098-82B5-04A655BB3269}">
      <dgm:prSet/>
      <dgm:spPr/>
      <dgm:t>
        <a:bodyPr/>
        <a:lstStyle/>
        <a:p>
          <a:endParaRPr lang="en-US"/>
        </a:p>
      </dgm:t>
    </dgm:pt>
    <dgm:pt modelId="{4E993487-4BFF-4006-9636-D94997D86EF4}">
      <dgm:prSet/>
      <dgm:spPr/>
      <dgm:t>
        <a:bodyPr/>
        <a:lstStyle/>
        <a:p>
          <a:r>
            <a:rPr lang="en-US" b="0" i="0"/>
            <a:t>Both are </a:t>
          </a:r>
          <a:r>
            <a:rPr lang="en-US" b="1" i="0"/>
            <a:t>linear and efficient</a:t>
          </a:r>
          <a:r>
            <a:rPr lang="en-US" b="0" i="0"/>
            <a:t> for practical use.</a:t>
          </a:r>
          <a:endParaRPr lang="en-US"/>
        </a:p>
      </dgm:t>
    </dgm:pt>
    <dgm:pt modelId="{A75BE519-ED4B-4A97-92A9-B3B3F414349D}" type="parTrans" cxnId="{81679834-1F6E-4B8D-9DBF-608355732060}">
      <dgm:prSet/>
      <dgm:spPr/>
      <dgm:t>
        <a:bodyPr/>
        <a:lstStyle/>
        <a:p>
          <a:endParaRPr lang="en-US"/>
        </a:p>
      </dgm:t>
    </dgm:pt>
    <dgm:pt modelId="{B26E2388-923F-4A17-8F19-0D05F19F4563}" type="sibTrans" cxnId="{81679834-1F6E-4B8D-9DBF-608355732060}">
      <dgm:prSet/>
      <dgm:spPr/>
      <dgm:t>
        <a:bodyPr/>
        <a:lstStyle/>
        <a:p>
          <a:endParaRPr lang="en-US"/>
        </a:p>
      </dgm:t>
    </dgm:pt>
    <dgm:pt modelId="{D9574685-7251-48E2-8455-3D54859507DE}" type="pres">
      <dgm:prSet presAssocID="{DA302EFC-858B-418A-BD54-0804CB7B4E9A}" presName="vert0" presStyleCnt="0">
        <dgm:presLayoutVars>
          <dgm:dir/>
          <dgm:animOne val="branch"/>
          <dgm:animLvl val="lvl"/>
        </dgm:presLayoutVars>
      </dgm:prSet>
      <dgm:spPr/>
    </dgm:pt>
    <dgm:pt modelId="{480687CC-01CE-4F7C-9D86-8F3CC2991CB1}" type="pres">
      <dgm:prSet presAssocID="{B96FA1D9-085F-426B-A0C7-303DB6696649}" presName="thickLine" presStyleLbl="alignNode1" presStyleIdx="0" presStyleCnt="4"/>
      <dgm:spPr/>
    </dgm:pt>
    <dgm:pt modelId="{9BA2CA0D-49CB-4AC9-8491-0ABA617A9D9B}" type="pres">
      <dgm:prSet presAssocID="{B96FA1D9-085F-426B-A0C7-303DB6696649}" presName="horz1" presStyleCnt="0"/>
      <dgm:spPr/>
    </dgm:pt>
    <dgm:pt modelId="{69635C04-E59D-4ABA-A8D8-5700242213D0}" type="pres">
      <dgm:prSet presAssocID="{B96FA1D9-085F-426B-A0C7-303DB6696649}" presName="tx1" presStyleLbl="revTx" presStyleIdx="0" presStyleCnt="4"/>
      <dgm:spPr/>
    </dgm:pt>
    <dgm:pt modelId="{95C94C8E-8C0A-4319-8751-CEB8F103AA7C}" type="pres">
      <dgm:prSet presAssocID="{B96FA1D9-085F-426B-A0C7-303DB6696649}" presName="vert1" presStyleCnt="0"/>
      <dgm:spPr/>
    </dgm:pt>
    <dgm:pt modelId="{701D11DC-1F4F-451A-A18D-1A673D7451EE}" type="pres">
      <dgm:prSet presAssocID="{B2145272-4B28-4476-9984-7C4B16BA28D2}" presName="thickLine" presStyleLbl="alignNode1" presStyleIdx="1" presStyleCnt="4"/>
      <dgm:spPr/>
    </dgm:pt>
    <dgm:pt modelId="{4ED744A9-A883-456A-9DDC-0B2D5D390AC5}" type="pres">
      <dgm:prSet presAssocID="{B2145272-4B28-4476-9984-7C4B16BA28D2}" presName="horz1" presStyleCnt="0"/>
      <dgm:spPr/>
    </dgm:pt>
    <dgm:pt modelId="{90842148-D407-4EAC-A6C7-E14D5B05B7AF}" type="pres">
      <dgm:prSet presAssocID="{B2145272-4B28-4476-9984-7C4B16BA28D2}" presName="tx1" presStyleLbl="revTx" presStyleIdx="1" presStyleCnt="4"/>
      <dgm:spPr/>
    </dgm:pt>
    <dgm:pt modelId="{38B3BE64-1B4B-4336-9FCD-44FD59425173}" type="pres">
      <dgm:prSet presAssocID="{B2145272-4B28-4476-9984-7C4B16BA28D2}" presName="vert1" presStyleCnt="0"/>
      <dgm:spPr/>
    </dgm:pt>
    <dgm:pt modelId="{6E4084DF-750A-4CCA-84FE-3EF956F515CD}" type="pres">
      <dgm:prSet presAssocID="{D93280C6-360E-460C-81C7-3CFA5717FB01}" presName="thickLine" presStyleLbl="alignNode1" presStyleIdx="2" presStyleCnt="4"/>
      <dgm:spPr/>
    </dgm:pt>
    <dgm:pt modelId="{19F57CBA-095C-4435-A75B-F1757A0DEAAF}" type="pres">
      <dgm:prSet presAssocID="{D93280C6-360E-460C-81C7-3CFA5717FB01}" presName="horz1" presStyleCnt="0"/>
      <dgm:spPr/>
    </dgm:pt>
    <dgm:pt modelId="{3309DF43-A6C8-4585-B781-1252A32B1E3D}" type="pres">
      <dgm:prSet presAssocID="{D93280C6-360E-460C-81C7-3CFA5717FB01}" presName="tx1" presStyleLbl="revTx" presStyleIdx="2" presStyleCnt="4"/>
      <dgm:spPr/>
    </dgm:pt>
    <dgm:pt modelId="{9F410DAE-774A-47D0-BED4-56BDFE49D0D8}" type="pres">
      <dgm:prSet presAssocID="{D93280C6-360E-460C-81C7-3CFA5717FB01}" presName="vert1" presStyleCnt="0"/>
      <dgm:spPr/>
    </dgm:pt>
    <dgm:pt modelId="{30E6FF37-FBE5-4520-BC96-3FD758C7FEE8}" type="pres">
      <dgm:prSet presAssocID="{4E993487-4BFF-4006-9636-D94997D86EF4}" presName="thickLine" presStyleLbl="alignNode1" presStyleIdx="3" presStyleCnt="4"/>
      <dgm:spPr/>
    </dgm:pt>
    <dgm:pt modelId="{FA4893C1-27E6-4736-8C2E-4D3C3D4E4E5B}" type="pres">
      <dgm:prSet presAssocID="{4E993487-4BFF-4006-9636-D94997D86EF4}" presName="horz1" presStyleCnt="0"/>
      <dgm:spPr/>
    </dgm:pt>
    <dgm:pt modelId="{EC56EADC-3BA0-4F5F-9B15-332D3C043930}" type="pres">
      <dgm:prSet presAssocID="{4E993487-4BFF-4006-9636-D94997D86EF4}" presName="tx1" presStyleLbl="revTx" presStyleIdx="3" presStyleCnt="4"/>
      <dgm:spPr/>
    </dgm:pt>
    <dgm:pt modelId="{2C807807-0E8C-4863-AC64-6400E19F3993}" type="pres">
      <dgm:prSet presAssocID="{4E993487-4BFF-4006-9636-D94997D86EF4}" presName="vert1" presStyleCnt="0"/>
      <dgm:spPr/>
    </dgm:pt>
  </dgm:ptLst>
  <dgm:cxnLst>
    <dgm:cxn modelId="{2223F711-B885-4E67-8545-D1981124952A}" srcId="{DA302EFC-858B-418A-BD54-0804CB7B4E9A}" destId="{B96FA1D9-085F-426B-A0C7-303DB6696649}" srcOrd="0" destOrd="0" parTransId="{F7E1E0D0-EC12-4A8B-A859-227F0210D6B7}" sibTransId="{F77CA216-85DD-4A30-A04E-4478A98AA136}"/>
    <dgm:cxn modelId="{81679834-1F6E-4B8D-9DBF-608355732060}" srcId="{DA302EFC-858B-418A-BD54-0804CB7B4E9A}" destId="{4E993487-4BFF-4006-9636-D94997D86EF4}" srcOrd="3" destOrd="0" parTransId="{A75BE519-ED4B-4A97-92A9-B3B3F414349D}" sibTransId="{B26E2388-923F-4A17-8F19-0D05F19F4563}"/>
    <dgm:cxn modelId="{70956137-8548-4883-8B47-45531B18F817}" type="presOf" srcId="{4E993487-4BFF-4006-9636-D94997D86EF4}" destId="{EC56EADC-3BA0-4F5F-9B15-332D3C043930}" srcOrd="0" destOrd="0" presId="urn:microsoft.com/office/officeart/2008/layout/LinedList"/>
    <dgm:cxn modelId="{2EB7D75E-20D2-4FEB-95C8-50F010188DCB}" srcId="{DA302EFC-858B-418A-BD54-0804CB7B4E9A}" destId="{B2145272-4B28-4476-9984-7C4B16BA28D2}" srcOrd="1" destOrd="0" parTransId="{895E01E4-3582-4E7E-B86F-9C01187B0EB0}" sibTransId="{D00731B6-E11F-4E99-88C9-2FED4C439FF8}"/>
    <dgm:cxn modelId="{ADBC2855-335D-4703-94FD-8AED0402CFB7}" type="presOf" srcId="{B96FA1D9-085F-426B-A0C7-303DB6696649}" destId="{69635C04-E59D-4ABA-A8D8-5700242213D0}" srcOrd="0" destOrd="0" presId="urn:microsoft.com/office/officeart/2008/layout/LinedList"/>
    <dgm:cxn modelId="{88EE0B77-8073-4D14-9C0C-1C4B200ACD83}" type="presOf" srcId="{D93280C6-360E-460C-81C7-3CFA5717FB01}" destId="{3309DF43-A6C8-4585-B781-1252A32B1E3D}" srcOrd="0" destOrd="0" presId="urn:microsoft.com/office/officeart/2008/layout/LinedList"/>
    <dgm:cxn modelId="{E83D0186-8B20-4466-982A-3CA7D12A54BB}" type="presOf" srcId="{DA302EFC-858B-418A-BD54-0804CB7B4E9A}" destId="{D9574685-7251-48E2-8455-3D54859507DE}" srcOrd="0" destOrd="0" presId="urn:microsoft.com/office/officeart/2008/layout/LinedList"/>
    <dgm:cxn modelId="{40ADCCA3-5B4D-4098-82B5-04A655BB3269}" srcId="{DA302EFC-858B-418A-BD54-0804CB7B4E9A}" destId="{D93280C6-360E-460C-81C7-3CFA5717FB01}" srcOrd="2" destOrd="0" parTransId="{CAB4B6EC-0E99-4529-93EE-C3B65280E8A4}" sibTransId="{D6C6DCDD-3727-4795-862D-1F122FF75DD5}"/>
    <dgm:cxn modelId="{877D0CE8-2819-4DB6-9CA2-A621F29FFB3B}" type="presOf" srcId="{B2145272-4B28-4476-9984-7C4B16BA28D2}" destId="{90842148-D407-4EAC-A6C7-E14D5B05B7AF}" srcOrd="0" destOrd="0" presId="urn:microsoft.com/office/officeart/2008/layout/LinedList"/>
    <dgm:cxn modelId="{200C4227-A6A1-4DE4-8DE1-936FD107416B}" type="presParOf" srcId="{D9574685-7251-48E2-8455-3D54859507DE}" destId="{480687CC-01CE-4F7C-9D86-8F3CC2991CB1}" srcOrd="0" destOrd="0" presId="urn:microsoft.com/office/officeart/2008/layout/LinedList"/>
    <dgm:cxn modelId="{CF01E9CB-D49A-4710-81D5-23341238D695}" type="presParOf" srcId="{D9574685-7251-48E2-8455-3D54859507DE}" destId="{9BA2CA0D-49CB-4AC9-8491-0ABA617A9D9B}" srcOrd="1" destOrd="0" presId="urn:microsoft.com/office/officeart/2008/layout/LinedList"/>
    <dgm:cxn modelId="{42A069FA-8691-4A5D-B880-FEA79CE1EB5F}" type="presParOf" srcId="{9BA2CA0D-49CB-4AC9-8491-0ABA617A9D9B}" destId="{69635C04-E59D-4ABA-A8D8-5700242213D0}" srcOrd="0" destOrd="0" presId="urn:microsoft.com/office/officeart/2008/layout/LinedList"/>
    <dgm:cxn modelId="{9AD7F9E8-DBE2-4055-A6FC-2E5FFD8C104E}" type="presParOf" srcId="{9BA2CA0D-49CB-4AC9-8491-0ABA617A9D9B}" destId="{95C94C8E-8C0A-4319-8751-CEB8F103AA7C}" srcOrd="1" destOrd="0" presId="urn:microsoft.com/office/officeart/2008/layout/LinedList"/>
    <dgm:cxn modelId="{7752EC0B-2D02-43B8-A09F-90B4D438CE19}" type="presParOf" srcId="{D9574685-7251-48E2-8455-3D54859507DE}" destId="{701D11DC-1F4F-451A-A18D-1A673D7451EE}" srcOrd="2" destOrd="0" presId="urn:microsoft.com/office/officeart/2008/layout/LinedList"/>
    <dgm:cxn modelId="{909389FA-B883-4A40-97DF-0577BF5A6515}" type="presParOf" srcId="{D9574685-7251-48E2-8455-3D54859507DE}" destId="{4ED744A9-A883-456A-9DDC-0B2D5D390AC5}" srcOrd="3" destOrd="0" presId="urn:microsoft.com/office/officeart/2008/layout/LinedList"/>
    <dgm:cxn modelId="{5CC7100A-86CC-4452-A93B-CCEE51C07522}" type="presParOf" srcId="{4ED744A9-A883-456A-9DDC-0B2D5D390AC5}" destId="{90842148-D407-4EAC-A6C7-E14D5B05B7AF}" srcOrd="0" destOrd="0" presId="urn:microsoft.com/office/officeart/2008/layout/LinedList"/>
    <dgm:cxn modelId="{499E14B0-CF0F-4D17-A7C6-BDDFD5189834}" type="presParOf" srcId="{4ED744A9-A883-456A-9DDC-0B2D5D390AC5}" destId="{38B3BE64-1B4B-4336-9FCD-44FD59425173}" srcOrd="1" destOrd="0" presId="urn:microsoft.com/office/officeart/2008/layout/LinedList"/>
    <dgm:cxn modelId="{4C31EF0E-5579-4E96-81A0-CF314BDC1751}" type="presParOf" srcId="{D9574685-7251-48E2-8455-3D54859507DE}" destId="{6E4084DF-750A-4CCA-84FE-3EF956F515CD}" srcOrd="4" destOrd="0" presId="urn:microsoft.com/office/officeart/2008/layout/LinedList"/>
    <dgm:cxn modelId="{15ACDDFC-DF1C-4B79-A5D6-6CCA7A3AD8BA}" type="presParOf" srcId="{D9574685-7251-48E2-8455-3D54859507DE}" destId="{19F57CBA-095C-4435-A75B-F1757A0DEAAF}" srcOrd="5" destOrd="0" presId="urn:microsoft.com/office/officeart/2008/layout/LinedList"/>
    <dgm:cxn modelId="{69F44C30-0AF5-40BD-83E9-A906CBAEB896}" type="presParOf" srcId="{19F57CBA-095C-4435-A75B-F1757A0DEAAF}" destId="{3309DF43-A6C8-4585-B781-1252A32B1E3D}" srcOrd="0" destOrd="0" presId="urn:microsoft.com/office/officeart/2008/layout/LinedList"/>
    <dgm:cxn modelId="{4BCD64B0-A92A-4892-9A39-A734BAFBC2CB}" type="presParOf" srcId="{19F57CBA-095C-4435-A75B-F1757A0DEAAF}" destId="{9F410DAE-774A-47D0-BED4-56BDFE49D0D8}" srcOrd="1" destOrd="0" presId="urn:microsoft.com/office/officeart/2008/layout/LinedList"/>
    <dgm:cxn modelId="{CB473BF8-64F1-45FA-941E-B18B53E7EA84}" type="presParOf" srcId="{D9574685-7251-48E2-8455-3D54859507DE}" destId="{30E6FF37-FBE5-4520-BC96-3FD758C7FEE8}" srcOrd="6" destOrd="0" presId="urn:microsoft.com/office/officeart/2008/layout/LinedList"/>
    <dgm:cxn modelId="{CB2449BC-2ADE-46E7-B878-0CCBDAFC6953}" type="presParOf" srcId="{D9574685-7251-48E2-8455-3D54859507DE}" destId="{FA4893C1-27E6-4736-8C2E-4D3C3D4E4E5B}" srcOrd="7" destOrd="0" presId="urn:microsoft.com/office/officeart/2008/layout/LinedList"/>
    <dgm:cxn modelId="{C3C2A13C-4B60-46C6-B820-520145D0891D}" type="presParOf" srcId="{FA4893C1-27E6-4736-8C2E-4D3C3D4E4E5B}" destId="{EC56EADC-3BA0-4F5F-9B15-332D3C043930}" srcOrd="0" destOrd="0" presId="urn:microsoft.com/office/officeart/2008/layout/LinedList"/>
    <dgm:cxn modelId="{7D2E302B-82D1-4BDD-BBA0-C776A64E9420}" type="presParOf" srcId="{FA4893C1-27E6-4736-8C2E-4D3C3D4E4E5B}" destId="{2C807807-0E8C-4863-AC64-6400E19F39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687CC-01CE-4F7C-9D86-8F3CC2991CB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35C04-E59D-4ABA-A8D8-5700242213D0}">
      <dsp:nvSpPr>
        <dsp:cNvPr id="0" name=""/>
        <dsp:cNvSpPr/>
      </dsp:nvSpPr>
      <dsp:spPr>
        <a:xfrm>
          <a:off x="0" y="0"/>
          <a:ext cx="10515600" cy="105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Time Complexity</a:t>
          </a:r>
          <a:endParaRPr lang="en-US" sz="2900" kern="1200"/>
        </a:p>
      </dsp:txBody>
      <dsp:txXfrm>
        <a:off x="0" y="0"/>
        <a:ext cx="10515600" cy="1053000"/>
      </dsp:txXfrm>
    </dsp:sp>
    <dsp:sp modelId="{701D11DC-1F4F-451A-A18D-1A673D7451EE}">
      <dsp:nvSpPr>
        <dsp:cNvPr id="0" name=""/>
        <dsp:cNvSpPr/>
      </dsp:nvSpPr>
      <dsp:spPr>
        <a:xfrm>
          <a:off x="0" y="105300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42148-D407-4EAC-A6C7-E14D5B05B7AF}">
      <dsp:nvSpPr>
        <dsp:cNvPr id="0" name=""/>
        <dsp:cNvSpPr/>
      </dsp:nvSpPr>
      <dsp:spPr>
        <a:xfrm>
          <a:off x="0" y="1053000"/>
          <a:ext cx="10515600" cy="105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/>
            <a:t>Encoding</a:t>
          </a:r>
          <a:r>
            <a:rPr lang="en-US" sz="2900" b="0" i="0" kern="1200"/>
            <a:t>: </a:t>
          </a:r>
          <a:r>
            <a:rPr lang="en-US" sz="2900" b="1" i="0" kern="1200"/>
            <a:t>O(n)</a:t>
          </a:r>
          <a:r>
            <a:rPr lang="en-US" sz="2900" b="0" i="0" kern="1200"/>
            <a:t> — where *n* is the message length in bits.</a:t>
          </a:r>
          <a:endParaRPr lang="en-US" sz="2900" kern="1200"/>
        </a:p>
      </dsp:txBody>
      <dsp:txXfrm>
        <a:off x="0" y="1053000"/>
        <a:ext cx="10515600" cy="1053000"/>
      </dsp:txXfrm>
    </dsp:sp>
    <dsp:sp modelId="{6E4084DF-750A-4CCA-84FE-3EF956F515CD}">
      <dsp:nvSpPr>
        <dsp:cNvPr id="0" name=""/>
        <dsp:cNvSpPr/>
      </dsp:nvSpPr>
      <dsp:spPr>
        <a:xfrm>
          <a:off x="0" y="210600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9DF43-A6C8-4585-B781-1252A32B1E3D}">
      <dsp:nvSpPr>
        <dsp:cNvPr id="0" name=""/>
        <dsp:cNvSpPr/>
      </dsp:nvSpPr>
      <dsp:spPr>
        <a:xfrm>
          <a:off x="0" y="2106000"/>
          <a:ext cx="10515600" cy="105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/>
            <a:t>Decoding</a:t>
          </a:r>
          <a:r>
            <a:rPr lang="en-US" sz="2900" b="0" i="0" kern="1200"/>
            <a:t>: </a:t>
          </a:r>
          <a:r>
            <a:rPr lang="en-US" sz="2900" b="1" i="0" kern="1200"/>
            <a:t>O(m)</a:t>
          </a:r>
          <a:r>
            <a:rPr lang="en-US" sz="2900" b="0" i="0" kern="1200"/>
            <a:t> — where *m* is the number of bytes processed until delimiter.</a:t>
          </a:r>
          <a:endParaRPr lang="en-US" sz="2900" kern="1200"/>
        </a:p>
      </dsp:txBody>
      <dsp:txXfrm>
        <a:off x="0" y="2106000"/>
        <a:ext cx="10515600" cy="1053000"/>
      </dsp:txXfrm>
    </dsp:sp>
    <dsp:sp modelId="{30E6FF37-FBE5-4520-BC96-3FD758C7FEE8}">
      <dsp:nvSpPr>
        <dsp:cNvPr id="0" name=""/>
        <dsp:cNvSpPr/>
      </dsp:nvSpPr>
      <dsp:spPr>
        <a:xfrm>
          <a:off x="0" y="315900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6EADC-3BA0-4F5F-9B15-332D3C043930}">
      <dsp:nvSpPr>
        <dsp:cNvPr id="0" name=""/>
        <dsp:cNvSpPr/>
      </dsp:nvSpPr>
      <dsp:spPr>
        <a:xfrm>
          <a:off x="0" y="3159000"/>
          <a:ext cx="10515600" cy="105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Both are </a:t>
          </a:r>
          <a:r>
            <a:rPr lang="en-US" sz="2900" b="1" i="0" kern="1200"/>
            <a:t>linear and efficient</a:t>
          </a:r>
          <a:r>
            <a:rPr lang="en-US" sz="2900" b="0" i="0" kern="1200"/>
            <a:t> for practical use.</a:t>
          </a:r>
          <a:endParaRPr lang="en-US" sz="2900" kern="1200"/>
        </a:p>
      </dsp:txBody>
      <dsp:txXfrm>
        <a:off x="0" y="3159000"/>
        <a:ext cx="10515600" cy="105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EBBAB-6536-E643-B759-8C581BE738EF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0779E-3906-0746-A8F1-888F72377D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97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7" t="21360" r="58303" b="51972"/>
          <a:stretch/>
        </p:blipFill>
        <p:spPr>
          <a:xfrm>
            <a:off x="8738" y="-17753"/>
            <a:ext cx="8025494" cy="3418789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198687" y="3308278"/>
            <a:ext cx="6130247" cy="81165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sz="6000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 </a:t>
            </a:r>
            <a:r>
              <a:rPr lang="en-US" sz="60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Portfolio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98687" y="4310954"/>
            <a:ext cx="6130247" cy="35351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Your first step to position yourself into your Dream Career  </a:t>
            </a:r>
          </a:p>
          <a:p>
            <a:endParaRPr lang="en-US" dirty="0"/>
          </a:p>
        </p:txBody>
      </p:sp>
      <p:sp>
        <p:nvSpPr>
          <p:cNvPr id="9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586341" y="63119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84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chemeClr val="bg2">
            <a:tint val="95000"/>
            <a:satMod val="170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198687" y="3017520"/>
            <a:ext cx="6859713" cy="1102417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sz="6000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 </a:t>
            </a:r>
            <a:r>
              <a:rPr lang="en-US" sz="60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Portfolio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3198687" y="4310954"/>
            <a:ext cx="6859713" cy="68167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7" t="21360" r="58303" b="51972"/>
          <a:stretch/>
        </p:blipFill>
        <p:spPr>
          <a:xfrm>
            <a:off x="8738" y="-1"/>
            <a:ext cx="8025494" cy="3418789"/>
          </a:xfrm>
          <a:prstGeom prst="rect">
            <a:avLst/>
          </a:prstGeom>
        </p:spPr>
      </p:pic>
      <p:sp>
        <p:nvSpPr>
          <p:cNvPr id="9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655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97721"/>
            <a:ext cx="12192000" cy="167601"/>
          </a:xfrm>
          <a:prstGeom prst="rect">
            <a:avLst/>
          </a:prstGeom>
          <a:solidFill>
            <a:srgbClr val="FE4B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021303" y="755394"/>
            <a:ext cx="93685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 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79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838200" y="1718051"/>
            <a:ext cx="10515600" cy="4212000"/>
          </a:xfrm>
        </p:spPr>
        <p:txBody>
          <a:bodyPr>
            <a:normAutofit/>
          </a:bodyPr>
          <a:lstStyle>
            <a:lvl1pPr marL="571500" indent="-571500">
              <a:buClr>
                <a:srgbClr val="FE4843"/>
              </a:buClr>
              <a:buFont typeface="Wingdings" pitchFamily="2" charset="2"/>
              <a:buChar char="Ø"/>
              <a:defRPr sz="3200"/>
            </a:lvl1pPr>
            <a:lvl2pPr marL="685800" indent="-228600">
              <a:buClr>
                <a:srgbClr val="FE4843"/>
              </a:buClr>
              <a:buFont typeface="Wingdings" pitchFamily="2" charset="2"/>
              <a:buChar char="Ø"/>
              <a:defRPr sz="2800"/>
            </a:lvl2pPr>
            <a:lvl3pPr marL="1143000" indent="-228600">
              <a:buClr>
                <a:srgbClr val="FE4843"/>
              </a:buClr>
              <a:buFont typeface="Wingdings" pitchFamily="2" charset="2"/>
              <a:buChar char="Ø"/>
              <a:defRPr sz="2400"/>
            </a:lvl3pPr>
            <a:lvl4pPr marL="1600200" indent="-228600">
              <a:buClr>
                <a:srgbClr val="FE4843"/>
              </a:buClr>
              <a:buFont typeface="Wingdings" pitchFamily="2" charset="2"/>
              <a:buChar char="Ø"/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52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51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61829"/>
            <a:ext cx="5181600" cy="4212000"/>
          </a:xfrm>
        </p:spPr>
        <p:txBody>
          <a:bodyPr>
            <a:normAutofit/>
          </a:bodyPr>
          <a:lstStyle>
            <a:lvl1pPr marL="571500" indent="-571500">
              <a:buClr>
                <a:srgbClr val="F53C21"/>
              </a:buClr>
              <a:buFont typeface="Wingdings" pitchFamily="2" charset="2"/>
              <a:buChar char="Ø"/>
              <a:defRPr sz="3200"/>
            </a:lvl1pPr>
            <a:lvl2pPr marL="685800" indent="-228600">
              <a:buClr>
                <a:srgbClr val="FF4D51"/>
              </a:buClr>
              <a:buSzPct val="100000"/>
              <a:buFont typeface="Wingdings" pitchFamily="2" charset="2"/>
              <a:buChar char="Ø"/>
              <a:defRPr sz="2800"/>
            </a:lvl2pPr>
            <a:lvl3pPr marL="1143000" indent="-228600">
              <a:buClr>
                <a:srgbClr val="FF4D51"/>
              </a:buClr>
              <a:buFont typeface="Wingdings" pitchFamily="2" charset="2"/>
              <a:buChar char="Ø"/>
              <a:defRPr sz="2400"/>
            </a:lvl3pPr>
            <a:lvl4pPr marL="1600200" indent="-228600">
              <a:buClr>
                <a:srgbClr val="FF4D51"/>
              </a:buClr>
              <a:buFont typeface="Wingdings" pitchFamily="2" charset="2"/>
              <a:buChar char="Ø"/>
              <a:defRPr sz="2000"/>
            </a:lvl4pPr>
            <a:lvl5pPr marL="2057400" indent="-228600">
              <a:buClr>
                <a:srgbClr val="FF4D51"/>
              </a:buClr>
              <a:buFont typeface="Wingdings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61829"/>
            <a:ext cx="5181600" cy="4212000"/>
          </a:xfrm>
        </p:spPr>
        <p:txBody>
          <a:bodyPr>
            <a:normAutofit/>
          </a:bodyPr>
          <a:lstStyle>
            <a:lvl1pPr marL="571500" indent="-571500">
              <a:buClr>
                <a:srgbClr val="FF5234"/>
              </a:buClr>
              <a:buFont typeface="Wingdings" pitchFamily="2" charset="2"/>
              <a:buChar char="Ø"/>
              <a:defRPr sz="3200"/>
            </a:lvl1pPr>
            <a:lvl2pPr marL="685800" indent="-228600">
              <a:buClr>
                <a:srgbClr val="FF4D51"/>
              </a:buClr>
              <a:buFont typeface="Wingdings" pitchFamily="2" charset="2"/>
              <a:buChar char="Ø"/>
              <a:defRPr sz="2800"/>
            </a:lvl2pPr>
            <a:lvl3pPr marL="1143000" indent="-228600">
              <a:buClr>
                <a:srgbClr val="FF4D51"/>
              </a:buClr>
              <a:buFont typeface="Wingdings" pitchFamily="2" charset="2"/>
              <a:buChar char="Ø"/>
              <a:defRPr sz="2400"/>
            </a:lvl3pPr>
            <a:lvl4pPr marL="1600200" indent="-228600">
              <a:buClr>
                <a:srgbClr val="FF4D51"/>
              </a:buClr>
              <a:buFont typeface="Wingdings" pitchFamily="2" charset="2"/>
              <a:buChar char="Ø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6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40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52404" y="3470638"/>
            <a:ext cx="6364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Helvetica Neue UltraLight" charset="0"/>
                <a:ea typeface="Helvetica Neue UltraLight" charset="0"/>
                <a:cs typeface="Helvetica Neue UltraLight" charset="0"/>
              </a:rPr>
              <a:t>Thank you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7" t="21360" r="58303" b="51972"/>
          <a:stretch/>
        </p:blipFill>
        <p:spPr>
          <a:xfrm>
            <a:off x="24780" y="-1"/>
            <a:ext cx="8025494" cy="3418789"/>
          </a:xfrm>
          <a:prstGeom prst="rect">
            <a:avLst/>
          </a:prstGeom>
        </p:spPr>
      </p:pic>
      <p:sp>
        <p:nvSpPr>
          <p:cNvPr id="7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67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97721"/>
            <a:ext cx="12192000" cy="167601"/>
          </a:xfrm>
          <a:prstGeom prst="rect">
            <a:avLst/>
          </a:prstGeom>
          <a:solidFill>
            <a:srgbClr val="FE4B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 15"/>
          <p:cNvSpPr>
            <a:spLocks noGrp="1"/>
          </p:cNvSpPr>
          <p:nvPr>
            <p:ph type="title"/>
          </p:nvPr>
        </p:nvSpPr>
        <p:spPr>
          <a:xfrm>
            <a:off x="1596043" y="3515740"/>
            <a:ext cx="8811491" cy="785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6000" b="1" spc="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1"/>
          </p:nvPr>
        </p:nvSpPr>
        <p:spPr>
          <a:xfrm>
            <a:off x="2656726" y="4321327"/>
            <a:ext cx="6086582" cy="424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US" sz="17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306255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EB731B-028B-3E46-A6A3-E5918B9A7F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5581" y="5891354"/>
            <a:ext cx="3976419" cy="7903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72F306-FD76-4A9D-BAFA-3CA4713EE9F9}"/>
              </a:ext>
            </a:extLst>
          </p:cNvPr>
          <p:cNvSpPr txBox="1"/>
          <p:nvPr userDrawn="1"/>
        </p:nvSpPr>
        <p:spPr>
          <a:xfrm>
            <a:off x="162426" y="6383144"/>
            <a:ext cx="2965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rgbClr val="0066CC"/>
                </a:solidFill>
                <a:latin typeface="Helvetica Neue Light"/>
              </a:rPr>
              <a:t>School of Computing</a:t>
            </a:r>
          </a:p>
        </p:txBody>
      </p:sp>
    </p:spTree>
    <p:extLst>
      <p:ext uri="{BB962C8B-B14F-4D97-AF65-F5344CB8AC3E}">
        <p14:creationId xmlns:p14="http://schemas.microsoft.com/office/powerpoint/2010/main" val="383824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ooka214235/Steganography.git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C1D4-9641-BE6F-9368-6D4FCD4C0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" y="4128003"/>
            <a:ext cx="6859713" cy="1102417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Mohamed Hesham Ahmed</a:t>
            </a:r>
            <a:br>
              <a:rPr lang="en-US" dirty="0"/>
            </a:br>
            <a:r>
              <a:rPr lang="en-US" dirty="0"/>
              <a:t>ID : 202401263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01204-770A-3383-B089-E5E0F90D4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511" y="5497066"/>
            <a:ext cx="6859713" cy="681670"/>
          </a:xfrm>
        </p:spPr>
        <p:txBody>
          <a:bodyPr/>
          <a:lstStyle/>
          <a:p>
            <a:r>
              <a:rPr lang="en-US" dirty="0"/>
              <a:t>Coursework Title: Steganography Application – Python Implementation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4F102-92FE-EFAC-6193-341B44266B69}"/>
              </a:ext>
            </a:extLst>
          </p:cNvPr>
          <p:cNvSpPr txBox="1"/>
          <p:nvPr/>
        </p:nvSpPr>
        <p:spPr>
          <a:xfrm>
            <a:off x="2391279" y="2661028"/>
            <a:ext cx="8045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Image-Based Text Steganography Using Basic Python</a:t>
            </a:r>
          </a:p>
        </p:txBody>
      </p:sp>
    </p:spTree>
    <p:extLst>
      <p:ext uri="{BB962C8B-B14F-4D97-AF65-F5344CB8AC3E}">
        <p14:creationId xmlns:p14="http://schemas.microsoft.com/office/powerpoint/2010/main" val="160811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EC0D-E973-7A6E-D5B4-CECF30F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51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What is steganography?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5251E-294F-89A3-7C91-9C325D2E4D9D}"/>
              </a:ext>
            </a:extLst>
          </p:cNvPr>
          <p:cNvSpPr txBox="1"/>
          <p:nvPr/>
        </p:nvSpPr>
        <p:spPr>
          <a:xfrm>
            <a:off x="838200" y="1761829"/>
            <a:ext cx="5181600" cy="42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lvl="1" indent="-571500">
              <a:lnSpc>
                <a:spcPct val="90000"/>
              </a:lnSpc>
              <a:spcBef>
                <a:spcPts val="1000"/>
              </a:spcBef>
              <a:buClr>
                <a:srgbClr val="F53C21"/>
              </a:buClr>
              <a:buFont typeface="Wingdings" pitchFamily="2" charset="2"/>
              <a:buChar char="Ø"/>
            </a:pPr>
            <a:r>
              <a:rPr lang="en-US" sz="3200" dirty="0"/>
              <a:t>Came from Greek work ‘</a:t>
            </a:r>
            <a:r>
              <a:rPr lang="en-US" sz="3200" dirty="0" err="1"/>
              <a:t>steganos</a:t>
            </a:r>
            <a:r>
              <a:rPr lang="en-US" sz="3200" dirty="0"/>
              <a:t>’ and ‘</a:t>
            </a:r>
            <a:r>
              <a:rPr lang="en-US" sz="3200" dirty="0" err="1"/>
              <a:t>graphein</a:t>
            </a:r>
            <a:r>
              <a:rPr lang="en-US" sz="3200" dirty="0"/>
              <a:t>’ </a:t>
            </a:r>
          </a:p>
          <a:p>
            <a:pPr marL="571500" lvl="1" indent="-571500">
              <a:lnSpc>
                <a:spcPct val="90000"/>
              </a:lnSpc>
              <a:spcBef>
                <a:spcPts val="1000"/>
              </a:spcBef>
              <a:buClr>
                <a:srgbClr val="F53C21"/>
              </a:buClr>
              <a:buFont typeface="Wingdings" pitchFamily="2" charset="2"/>
              <a:buChar char="Ø"/>
            </a:pPr>
            <a:endParaRPr lang="en-US" sz="3200" dirty="0"/>
          </a:p>
          <a:p>
            <a:pPr marL="571500" lvl="1" indent="-571500">
              <a:lnSpc>
                <a:spcPct val="90000"/>
              </a:lnSpc>
              <a:spcBef>
                <a:spcPts val="1000"/>
              </a:spcBef>
              <a:buClr>
                <a:srgbClr val="F53C21"/>
              </a:buClr>
              <a:buFont typeface="Wingdings" pitchFamily="2" charset="2"/>
              <a:buChar char="Ø"/>
            </a:pPr>
            <a:r>
              <a:rPr lang="en-US" sz="3200" dirty="0"/>
              <a:t>It is not cryptography </a:t>
            </a:r>
          </a:p>
          <a:p>
            <a:pPr marL="571500" lvl="1" indent="-571500">
              <a:lnSpc>
                <a:spcPct val="90000"/>
              </a:lnSpc>
              <a:spcBef>
                <a:spcPts val="1000"/>
              </a:spcBef>
              <a:buClr>
                <a:srgbClr val="F53C21"/>
              </a:buClr>
              <a:buFont typeface="Wingdings" pitchFamily="2" charset="2"/>
              <a:buChar char="Ø"/>
            </a:pPr>
            <a:endParaRPr lang="en-US" sz="3200" dirty="0"/>
          </a:p>
          <a:p>
            <a:pPr marL="571500" lvl="1" indent="-571500">
              <a:lnSpc>
                <a:spcPct val="90000"/>
              </a:lnSpc>
              <a:spcBef>
                <a:spcPts val="1000"/>
              </a:spcBef>
              <a:buClr>
                <a:srgbClr val="F53C21"/>
              </a:buClr>
              <a:buFont typeface="Wingdings" pitchFamily="2" charset="2"/>
              <a:buChar char="Ø"/>
            </a:pPr>
            <a:endParaRPr lang="en-US" sz="3200" dirty="0"/>
          </a:p>
        </p:txBody>
      </p:sp>
      <p:pic>
        <p:nvPicPr>
          <p:cNvPr id="1026" name="Picture 2" descr="Steganography and Cybersecurity – SD Solutions, LLC">
            <a:extLst>
              <a:ext uri="{FF2B5EF4-FFF2-40B4-BE49-F238E27FC236}">
                <a16:creationId xmlns:a16="http://schemas.microsoft.com/office/drawing/2014/main" id="{03A153D8-B49C-6E57-28FF-4CF407E85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/>
          <a:stretch>
            <a:fillRect/>
          </a:stretch>
        </p:blipFill>
        <p:spPr bwMode="auto">
          <a:xfrm>
            <a:off x="6172200" y="1761829"/>
            <a:ext cx="5181600" cy="42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01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BCCAE29-522B-CEF8-7452-A2D93319B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86"/>
            <a:ext cx="12232597" cy="6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1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ED4952C8-7618-86C9-02EE-3825534FC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082"/>
            <a:ext cx="12192000" cy="6874908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F531F11-2077-10BF-881C-58577E008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630" y="4497356"/>
            <a:ext cx="4416048" cy="20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2731-A3CD-3A78-2E22-740CB29A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1B83FB2-A755-F975-F75A-17C59D47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2" y="0"/>
            <a:ext cx="7682257" cy="6718532"/>
          </a:xfrm>
          <a:prstGeom prst="rect">
            <a:avLst/>
          </a:prstGeom>
        </p:spPr>
      </p:pic>
      <p:pic>
        <p:nvPicPr>
          <p:cNvPr id="3074" name="Picture 2" descr="A Comprehensive Guide to Step-by-Step Error Handling in JavaScript">
            <a:extLst>
              <a:ext uri="{FF2B5EF4-FFF2-40B4-BE49-F238E27FC236}">
                <a16:creationId xmlns:a16="http://schemas.microsoft.com/office/drawing/2014/main" id="{1354F87F-CFF4-446D-9993-A887E177B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448" y="2012159"/>
            <a:ext cx="4097240" cy="253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81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60A5-14CE-26B0-8A86-483C1B4B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ble of text on a black background&#10;&#10;AI-generated content may be incorrect.">
            <a:extLst>
              <a:ext uri="{FF2B5EF4-FFF2-40B4-BE49-F238E27FC236}">
                <a16:creationId xmlns:a16="http://schemas.microsoft.com/office/drawing/2014/main" id="{ABC7BE66-AFA8-F144-B97C-567D5267B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406" y="0"/>
            <a:ext cx="6481905" cy="6730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217EDA-CD65-2671-5106-F04438259C13}"/>
              </a:ext>
            </a:extLst>
          </p:cNvPr>
          <p:cNvSpPr txBox="1"/>
          <p:nvPr/>
        </p:nvSpPr>
        <p:spPr>
          <a:xfrm>
            <a:off x="1106396" y="2953985"/>
            <a:ext cx="6094324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800" b="1" dirty="0">
                <a:effectLst/>
                <a:latin typeface="quote-cjk-patch"/>
              </a:rPr>
              <a:t>Unit Testing Table</a:t>
            </a:r>
          </a:p>
        </p:txBody>
      </p:sp>
    </p:spTree>
    <p:extLst>
      <p:ext uri="{BB962C8B-B14F-4D97-AF65-F5344CB8AC3E}">
        <p14:creationId xmlns:p14="http://schemas.microsoft.com/office/powerpoint/2010/main" val="92948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A26D-9C72-75EE-DAEB-FF97811E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9D07D7-8D5B-567F-4606-B56E14ED962B}"/>
              </a:ext>
            </a:extLst>
          </p:cNvPr>
          <p:cNvSpPr txBox="1"/>
          <p:nvPr/>
        </p:nvSpPr>
        <p:spPr>
          <a:xfrm>
            <a:off x="615820" y="1147665"/>
            <a:ext cx="8530512" cy="1688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8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 Control Repository: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GitHub URL: </a:t>
            </a:r>
            <a:r>
              <a:rPr lang="en-GB" sz="1800" b="1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https://github.com/booka214235/Steganography.git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ppt URL: </a:t>
            </a:r>
            <a:r>
              <a:rPr lang="en-GB" sz="1800" b="1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https://github.com/booka214235/Steganography.git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37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5D036-2CF9-A585-E2F4-66680D36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1DE0E27F-62EE-34F6-10F2-4091FE99E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87" y="1502229"/>
            <a:ext cx="10399474" cy="343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70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413E-3FD9-7145-C7C6-C63F05BF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program&#10;&#10;AI-generated content may be incorrect.">
            <a:extLst>
              <a:ext uri="{FF2B5EF4-FFF2-40B4-BE49-F238E27FC236}">
                <a16:creationId xmlns:a16="http://schemas.microsoft.com/office/drawing/2014/main" id="{9E6788DF-4166-5227-7842-3D297A40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9" y="1203649"/>
            <a:ext cx="10385571" cy="40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4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9D5FB561-5036-CB59-C214-B06476DCA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778081"/>
              </p:ext>
            </p:extLst>
          </p:nvPr>
        </p:nvGraphicFramePr>
        <p:xfrm>
          <a:off x="597040" y="1095053"/>
          <a:ext cx="10515600" cy="421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6732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289952"/>
      </p:ext>
    </p:extLst>
  </p:cSld>
  <p:clrMapOvr>
    <a:masterClrMapping/>
  </p:clrMapOvr>
</p:sld>
</file>

<file path=ppt/theme/theme1.xml><?xml version="1.0" encoding="utf-8"?>
<a:theme xmlns:a="http://schemas.openxmlformats.org/drawingml/2006/main" name="Coventr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92BAF740-9FAE-4ADD-BC7C-8F923AD130D7}" vid="{86D52F42-BB17-498C-863A-978C0B90E2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TKH template (3)</Template>
  <TotalTime>1045</TotalTime>
  <Words>125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Helvetica Neue</vt:lpstr>
      <vt:lpstr>Helvetica Neue Light</vt:lpstr>
      <vt:lpstr>Helvetica Neue Thin</vt:lpstr>
      <vt:lpstr>Helvetica Neue UltraLight</vt:lpstr>
      <vt:lpstr>quote-cjk-patch</vt:lpstr>
      <vt:lpstr>Wingdings</vt:lpstr>
      <vt:lpstr>Coventry</vt:lpstr>
      <vt:lpstr>Mohamed Hesham Ahmed ID : 202401263</vt:lpstr>
      <vt:lpstr>What is steganography?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Radwa Hassan</dc:creator>
  <cp:lastModifiedBy>Mohamed H Hashem</cp:lastModifiedBy>
  <cp:revision>42</cp:revision>
  <dcterms:created xsi:type="dcterms:W3CDTF">2022-02-17T10:31:40Z</dcterms:created>
  <dcterms:modified xsi:type="dcterms:W3CDTF">2025-12-14T21:20:06Z</dcterms:modified>
</cp:coreProperties>
</file>